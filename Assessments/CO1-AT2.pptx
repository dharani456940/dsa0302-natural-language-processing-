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8" r:id="rId1"/>
  </p:sldMasterIdLst>
  <p:notesMasterIdLst>
    <p:notesMasterId r:id="rId10"/>
  </p:notesMasterIdLst>
  <p:sldIdLst>
    <p:sldId id="256" r:id="rId2"/>
    <p:sldId id="282" r:id="rId3"/>
    <p:sldId id="257" r:id="rId4"/>
    <p:sldId id="288" r:id="rId5"/>
    <p:sldId id="293" r:id="rId6"/>
    <p:sldId id="296" r:id="rId7"/>
    <p:sldId id="297" r:id="rId8"/>
    <p:sldId id="279" r:id="rId9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  <p:cmAuthor id="2" name="sree nandini dumpa" initials="sd" lastIdx="2" clrIdx="1">
    <p:extLst>
      <p:ext uri="{19B8F6BF-5375-455C-9EA6-DF929625EA0E}">
        <p15:presenceInfo xmlns:p15="http://schemas.microsoft.com/office/powerpoint/2012/main" userId="21aff1d786a67ab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D28CA-FC71-4E40-919B-693CCBB3C669}" v="13" dt="2026-07-15T05:11:10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9T22:00:07.255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6560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0202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503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4507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65229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704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4202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83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1556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0577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5298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23451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247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2111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58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064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33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19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abc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0034" y="2447366"/>
            <a:ext cx="12440838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for Real-World Text Processing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5346" y="35844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4277B4F3-BF24-129C-9C3B-503E86FA9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34" y="455861"/>
            <a:ext cx="12440839" cy="995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213788-288A-A2DE-E301-61A2ED435A3F}"/>
              </a:ext>
            </a:extLst>
          </p:cNvPr>
          <p:cNvSpPr txBox="1"/>
          <p:nvPr/>
        </p:nvSpPr>
        <p:spPr>
          <a:xfrm>
            <a:off x="1295400" y="5597307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.T. Devi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2D43F0-016F-6106-005E-45259594504A}"/>
              </a:ext>
            </a:extLst>
          </p:cNvPr>
          <p:cNvSpPr txBox="1"/>
          <p:nvPr/>
        </p:nvSpPr>
        <p:spPr>
          <a:xfrm>
            <a:off x="10382250" y="5585856"/>
            <a:ext cx="3422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:T. Dharani Devi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REG.NO:192425036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ECD8E031-D377-23D2-F904-F5B4D971DC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2998" y="2180754"/>
            <a:ext cx="12176701" cy="538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(Regex) are patterns used to search and match text.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process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efficiently.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is used to validate user input such as email addresses and phone numbers.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extract specific information from large text files.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is useful for searching, replacing, and cleaning text data.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programming, web development, and data analysis.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accuracy and efficiency of text handling. 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996B06-5A32-5BE9-B373-BFE93EC37BEE}"/>
              </a:ext>
            </a:extLst>
          </p:cNvPr>
          <p:cNvSpPr txBox="1"/>
          <p:nvPr/>
        </p:nvSpPr>
        <p:spPr>
          <a:xfrm>
            <a:off x="4328300" y="741190"/>
            <a:ext cx="4964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Introduction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bject 4">
            <a:extLst>
              <a:ext uri="{FF2B5EF4-FFF2-40B4-BE49-F238E27FC236}">
                <a16:creationId xmlns:a16="http://schemas.microsoft.com/office/drawing/2014/main" id="{354846D3-2E3B-D6A6-7649-601B30A1DC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823" y="120790"/>
            <a:ext cx="1324298" cy="1611476"/>
          </a:xfrm>
          <a:prstGeom prst="rect">
            <a:avLst/>
          </a:prstGeom>
        </p:spPr>
      </p:pic>
      <p:pic>
        <p:nvPicPr>
          <p:cNvPr id="3" name="object 5">
            <a:extLst>
              <a:ext uri="{FF2B5EF4-FFF2-40B4-BE49-F238E27FC236}">
                <a16:creationId xmlns:a16="http://schemas.microsoft.com/office/drawing/2014/main" id="{F2BE7314-E412-26CC-715D-7AE6D06D8F8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17044" y="175381"/>
            <a:ext cx="1824074" cy="1611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77C0FD-5B18-9F54-D8B1-D05EE8F84BC6}"/>
              </a:ext>
            </a:extLst>
          </p:cNvPr>
          <p:cNvSpPr txBox="1"/>
          <p:nvPr/>
        </p:nvSpPr>
        <p:spPr>
          <a:xfrm>
            <a:off x="10114156" y="3930134"/>
            <a:ext cx="85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572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42478" y="789815"/>
            <a:ext cx="8491044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5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23763" y="1594232"/>
            <a:ext cx="13917355" cy="523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br>
              <a:rPr lang="en-US" sz="2400" dirty="0"/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Regular Expression?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Regular Expression (Regex) is a sequence of characters that defines a search pattern.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find, replace, or validate text.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in many programming languages such as Python, Java and JavaScript. </a:t>
            </a:r>
          </a:p>
          <a:p>
            <a:pPr>
              <a:lnSpc>
                <a:spcPct val="2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abc@gmail.com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Regex?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efficient text searching.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user input.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useful information from text.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and formats data.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bject 4">
            <a:extLst>
              <a:ext uri="{FF2B5EF4-FFF2-40B4-BE49-F238E27FC236}">
                <a16:creationId xmlns:a16="http://schemas.microsoft.com/office/drawing/2014/main" id="{E22B73E5-07DB-63AF-3D56-320F2EB9225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823" y="120790"/>
            <a:ext cx="1324298" cy="1611476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B2D8A1AE-1105-C303-3D32-0B6FDFA2A53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17044" y="175381"/>
            <a:ext cx="1824074" cy="16114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37823-3317-CD6F-2C34-C88B9A9D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632" y="438150"/>
            <a:ext cx="7218947" cy="159067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PATTERN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0376111F-7F5D-4DE3-0ADB-A1BE02BD44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823" y="131941"/>
            <a:ext cx="1324298" cy="1611476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437043C4-AB5C-BDE7-2CAC-EC20E097BFA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17044" y="175381"/>
            <a:ext cx="1824074" cy="161147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48F89AF-00E2-DA54-D66B-C0E435D946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2580" y="4858101"/>
            <a:ext cx="9473460" cy="49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C19A22-3807-22F0-D9AB-3B848AE7F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23" y="2429226"/>
            <a:ext cx="110871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73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9378C-6E1D-4B2D-A57E-CB197417A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219A3-81FA-B8C4-4201-FE38D9F1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040" y="707745"/>
            <a:ext cx="6186420" cy="1290289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EC8E1-2A0E-661F-DC82-FCEB6E8AA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91" y="2536438"/>
            <a:ext cx="10762459" cy="5399978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validation - Ensures emails are valid before creating an account.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 validation - Ensures only valid phone numbers receive OTPs.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validation - Protects user information from unauthorized access.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 - Saves time compared to manual searching.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replace - Quickly updates repeated text.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file analysis - Helps developers identify errors quickly.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1D2DFB2-AB4C-B533-D3CD-D6A79CD08D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91" y="408860"/>
            <a:ext cx="1563168" cy="1611476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C6B2F6BF-7D99-A9C9-B7EF-6B053B2EF4A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49415" y="397709"/>
            <a:ext cx="1824074" cy="161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547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70B5A-C8D3-A0A7-7E10-718298867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648F9-728A-A086-3DEE-6004F97C2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864" y="732012"/>
            <a:ext cx="6612672" cy="1290289"/>
          </a:xfrm>
        </p:spPr>
        <p:txBody>
          <a:bodyPr>
            <a:normAutofit fontScale="90000"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5773BAB-1508-A781-2A85-E9FDB63A15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91" y="408860"/>
            <a:ext cx="1563168" cy="1611476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6452AEF-9D2E-59A5-FC46-083E6288FB6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49415" y="397709"/>
            <a:ext cx="1824074" cy="1611476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26358E0D-243B-D017-6A69-92412D0C29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0985306"/>
              </p:ext>
            </p:extLst>
          </p:nvPr>
        </p:nvGraphicFramePr>
        <p:xfrm>
          <a:off x="733425" y="2384731"/>
          <a:ext cx="8835430" cy="5447160"/>
        </p:xfrm>
        <a:graphic>
          <a:graphicData uri="http://schemas.openxmlformats.org/drawingml/2006/table">
            <a:tbl>
              <a:tblPr/>
              <a:tblGrid>
                <a:gridCol w="2168962">
                  <a:extLst>
                    <a:ext uri="{9D8B030D-6E8A-4147-A177-3AD203B41FA5}">
                      <a16:colId xmlns:a16="http://schemas.microsoft.com/office/drawing/2014/main" val="3991284162"/>
                    </a:ext>
                  </a:extLst>
                </a:gridCol>
                <a:gridCol w="2222156">
                  <a:extLst>
                    <a:ext uri="{9D8B030D-6E8A-4147-A177-3AD203B41FA5}">
                      <a16:colId xmlns:a16="http://schemas.microsoft.com/office/drawing/2014/main" val="859794076"/>
                    </a:ext>
                  </a:extLst>
                </a:gridCol>
                <a:gridCol w="2222156">
                  <a:extLst>
                    <a:ext uri="{9D8B030D-6E8A-4147-A177-3AD203B41FA5}">
                      <a16:colId xmlns:a16="http://schemas.microsoft.com/office/drawing/2014/main" val="4098542389"/>
                    </a:ext>
                  </a:extLst>
                </a:gridCol>
                <a:gridCol w="2222156">
                  <a:extLst>
                    <a:ext uri="{9D8B030D-6E8A-4147-A177-3AD203B41FA5}">
                      <a16:colId xmlns:a16="http://schemas.microsoft.com/office/drawing/2014/main" val="3984158422"/>
                    </a:ext>
                  </a:extLst>
                </a:gridCol>
              </a:tblGrid>
              <a:tr h="39181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410454"/>
                  </a:ext>
                </a:extLst>
              </a:tr>
              <a:tr h="12518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104144"/>
                  </a:ext>
                </a:extLst>
              </a:tr>
              <a:tr h="9078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444235"/>
                  </a:ext>
                </a:extLst>
              </a:tr>
              <a:tr h="10798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517499"/>
                  </a:ext>
                </a:extLst>
              </a:tr>
              <a:tr h="10798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816358"/>
                  </a:ext>
                </a:extLst>
              </a:tr>
              <a:tr h="7358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09014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33DAFB7-69F7-4B26-0B5D-8659ACAE6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84" y="3241042"/>
            <a:ext cx="4127061" cy="3200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E2B61B-A079-76DF-78BC-6CE4B0ABDF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8457" y="3619500"/>
            <a:ext cx="2966693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35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9EB66-CF2F-2B29-3385-B579BAB6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298E-285C-AA0B-3753-411E7A9CE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864" y="732012"/>
            <a:ext cx="6612672" cy="129028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Conclusion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BC52998F-4C16-3B2E-3FAC-4E71380FC51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91" y="408860"/>
            <a:ext cx="1563168" cy="1611476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663324CB-5483-0066-7C6D-91BE8A7CFF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49415" y="397709"/>
            <a:ext cx="1824074" cy="1611476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E9E8CD7-9A36-D9F5-3220-72A012471B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33425" y="2384731"/>
          <a:ext cx="8835430" cy="5447160"/>
        </p:xfrm>
        <a:graphic>
          <a:graphicData uri="http://schemas.openxmlformats.org/drawingml/2006/table">
            <a:tbl>
              <a:tblPr/>
              <a:tblGrid>
                <a:gridCol w="2168962">
                  <a:extLst>
                    <a:ext uri="{9D8B030D-6E8A-4147-A177-3AD203B41FA5}">
                      <a16:colId xmlns:a16="http://schemas.microsoft.com/office/drawing/2014/main" val="3991284162"/>
                    </a:ext>
                  </a:extLst>
                </a:gridCol>
                <a:gridCol w="2222156">
                  <a:extLst>
                    <a:ext uri="{9D8B030D-6E8A-4147-A177-3AD203B41FA5}">
                      <a16:colId xmlns:a16="http://schemas.microsoft.com/office/drawing/2014/main" val="859794076"/>
                    </a:ext>
                  </a:extLst>
                </a:gridCol>
                <a:gridCol w="2222156">
                  <a:extLst>
                    <a:ext uri="{9D8B030D-6E8A-4147-A177-3AD203B41FA5}">
                      <a16:colId xmlns:a16="http://schemas.microsoft.com/office/drawing/2014/main" val="4098542389"/>
                    </a:ext>
                  </a:extLst>
                </a:gridCol>
                <a:gridCol w="2222156">
                  <a:extLst>
                    <a:ext uri="{9D8B030D-6E8A-4147-A177-3AD203B41FA5}">
                      <a16:colId xmlns:a16="http://schemas.microsoft.com/office/drawing/2014/main" val="3984158422"/>
                    </a:ext>
                  </a:extLst>
                </a:gridCol>
              </a:tblGrid>
              <a:tr h="39181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410454"/>
                  </a:ext>
                </a:extLst>
              </a:tr>
              <a:tr h="12518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104144"/>
                  </a:ext>
                </a:extLst>
              </a:tr>
              <a:tr h="9078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444235"/>
                  </a:ext>
                </a:extLst>
              </a:tr>
              <a:tr h="10798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517499"/>
                  </a:ext>
                </a:extLst>
              </a:tr>
              <a:tr h="10798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816358"/>
                  </a:ext>
                </a:extLst>
              </a:tr>
              <a:tr h="7358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45801" marR="45801" marT="22900" marB="22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09014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F6D41F1-D9EF-FE83-D74C-21E9B9C1F7C8}"/>
              </a:ext>
            </a:extLst>
          </p:cNvPr>
          <p:cNvSpPr txBox="1"/>
          <p:nvPr/>
        </p:nvSpPr>
        <p:spPr>
          <a:xfrm>
            <a:off x="820474" y="2119676"/>
            <a:ext cx="7609151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are essential for efficient text processing.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search, validate, extract, and replace text accurately.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is widely used in real-world applications across various industries.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Regex improves coding efficiency and problem-solving skills.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remains an important tool in modern programming and data management.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A59F53-3078-AA62-2367-8935E201A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8078" y="2253026"/>
            <a:ext cx="4051848" cy="488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907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Stock Photos, Images and Backgrounds for Free Download">
            <a:extLst>
              <a:ext uri="{FF2B5EF4-FFF2-40B4-BE49-F238E27FC236}">
                <a16:creationId xmlns:a16="http://schemas.microsoft.com/office/drawing/2014/main" id="{BE13E1E0-3418-8AD6-F19B-8B4B91F33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7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0"/>
    </mc:Choice>
    <mc:Fallback xmlns="">
      <p:transition spd="slow" advTm="262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758</TotalTime>
  <Words>323</Words>
  <Application>Microsoft Office PowerPoint</Application>
  <PresentationFormat>Custom</PresentationFormat>
  <Paragraphs>41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Times New Roman</vt:lpstr>
      <vt:lpstr>Arial</vt:lpstr>
      <vt:lpstr>Wingdings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REGEX PATTERN</vt:lpstr>
      <vt:lpstr>Real-World Applications </vt:lpstr>
      <vt:lpstr>IMPLEMENTATION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Somineni Divya</dc:creator>
  <cp:lastModifiedBy>dharanidevithanappagari1219@outlook.com</cp:lastModifiedBy>
  <cp:revision>29</cp:revision>
  <dcterms:created xsi:type="dcterms:W3CDTF">2025-09-21T04:47:57Z</dcterms:created>
  <dcterms:modified xsi:type="dcterms:W3CDTF">2026-07-29T02:50:28Z</dcterms:modified>
</cp:coreProperties>
</file>